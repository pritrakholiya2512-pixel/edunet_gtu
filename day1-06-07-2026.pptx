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76A3CCF-497A-3F88-929C-B7D4B28190BB}"/>
              </a:ext>
            </a:extLst>
          </p:cNvPr>
          <p:cNvSpPr txBox="1"/>
          <p:nvPr/>
        </p:nvSpPr>
        <p:spPr>
          <a:xfrm>
            <a:off x="-274320" y="5887767"/>
            <a:ext cx="10942320" cy="48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39948"/>
              </a:lnSpc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Stream: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Computer Science &amp; Engineering  |  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College: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R. N.G. Patel Institute Of Technology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Google Shape;85;p13">
            <a:extLst>
              <a:ext uri="{FF2B5EF4-FFF2-40B4-BE49-F238E27FC236}">
                <a16:creationId xmlns:a16="http://schemas.microsoft.com/office/drawing/2014/main" id="{7DAB704D-5811-7751-2260-E20F006CE2DB}"/>
              </a:ext>
            </a:extLst>
          </p:cNvPr>
          <p:cNvSpPr txBox="1"/>
          <p:nvPr/>
        </p:nvSpPr>
        <p:spPr>
          <a:xfrm>
            <a:off x="-625998" y="5442708"/>
            <a:ext cx="7856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Name:</a:t>
            </a:r>
            <a:r>
              <a:rPr lang="en-US" sz="2000" b="0" i="0" u="none" strike="noStrike" cap="none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PRIT RAKHOLIYA |  </a:t>
            </a:r>
            <a:r>
              <a:rPr lang="en-US" sz="20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Enrollment: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23084013118</a:t>
            </a:r>
            <a:endParaRPr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5AC2EF-BF7E-3832-D5CB-7DCF48242CCB}"/>
              </a:ext>
            </a:extLst>
          </p:cNvPr>
          <p:cNvSpPr txBox="1"/>
          <p:nvPr/>
        </p:nvSpPr>
        <p:spPr>
          <a:xfrm>
            <a:off x="530941" y="1199848"/>
            <a:ext cx="1138575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EcoTrack</a:t>
            </a:r>
            <a:r>
              <a:rPr lang="en-IN" sz="2800" dirty="0"/>
              <a:t> AI</a:t>
            </a:r>
          </a:p>
          <a:p>
            <a:endParaRPr lang="en-IN" b="1" dirty="0"/>
          </a:p>
          <a:p>
            <a:r>
              <a:rPr lang="en-IN" dirty="0" err="1"/>
              <a:t>EcoTrack</a:t>
            </a:r>
            <a:r>
              <a:rPr lang="en-IN" dirty="0"/>
              <a:t> AI </a:t>
            </a:r>
            <a:r>
              <a:rPr lang="en-IN" dirty="0" err="1"/>
              <a:t>analyzes</a:t>
            </a:r>
            <a:r>
              <a:rPr lang="en-IN" dirty="0"/>
              <a:t> daily activities such as travel, electricity usage, and waste generation to estimate a user's carbon footprint. It provides personalized suggestions to reduce emissions and promote sustainable living.</a:t>
            </a:r>
          </a:p>
          <a:p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IN" b="1" dirty="0"/>
              <a:t>🌱 Carbon Footprint Tracking </a:t>
            </a:r>
          </a:p>
          <a:p>
            <a:r>
              <a:rPr lang="en-IN" b="1" dirty="0"/>
              <a:t>🚲 Eco-Friendly Travel Suggestions </a:t>
            </a:r>
          </a:p>
          <a:p>
            <a:r>
              <a:rPr lang="en-IN" b="1" dirty="0"/>
              <a:t>⚡ Energy Saving Tips </a:t>
            </a:r>
          </a:p>
          <a:p>
            <a:r>
              <a:rPr lang="en-IN" b="1" dirty="0"/>
              <a:t>📊 Weekly Carbon Report</a:t>
            </a:r>
            <a:endParaRPr lang="en-IN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IN" dirty="0"/>
              <a:t>An AI-powered carbon footprint tracker that helps users reduce their daily carbon emissions through </a:t>
            </a:r>
            <a:r>
              <a:rPr lang="en-IN"/>
              <a:t>smart suggestions.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3BCD5-7201-4832-85D9-229ACBCB3F6A}"/>
              </a:ext>
            </a:extLst>
          </p:cNvPr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F89F82-E3B3-8B82-E845-DE4754A2288F}"/>
              </a:ext>
            </a:extLst>
          </p:cNvPr>
          <p:cNvSpPr txBox="1"/>
          <p:nvPr/>
        </p:nvSpPr>
        <p:spPr>
          <a:xfrm>
            <a:off x="2733367" y="-39882"/>
            <a:ext cx="6410632" cy="174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9975"/>
              </a:lnSpc>
            </a:pPr>
            <a:r>
              <a:rPr lang="en-US" sz="28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Capstone Project : </a:t>
            </a:r>
            <a:r>
              <a:rPr lang="en-IN" sz="2800" dirty="0" err="1">
                <a:solidFill>
                  <a:schemeClr val="bg1"/>
                </a:solidFill>
              </a:rPr>
              <a:t>EcoTrack</a:t>
            </a:r>
            <a:r>
              <a:rPr lang="en-IN" sz="2800" dirty="0">
                <a:solidFill>
                  <a:schemeClr val="bg1"/>
                </a:solidFill>
              </a:rPr>
              <a:t> AI</a:t>
            </a:r>
          </a:p>
          <a:p>
            <a:pPr algn="ctr">
              <a:lnSpc>
                <a:spcPct val="119975"/>
              </a:lnSpc>
            </a:pPr>
            <a:endParaRPr lang="en-IN" sz="2800" b="1" dirty="0">
              <a:solidFill>
                <a:schemeClr val="bg1"/>
              </a:solidFill>
            </a:endParaRPr>
          </a:p>
          <a:p>
            <a:pPr lvl="0" algn="ctr">
              <a:lnSpc>
                <a:spcPct val="119975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56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UN SDG 13: Climate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79"/>
            <a:ext cx="74066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3200" dirty="0"/>
              <a:t>• Climate change is one of the biggest global challenges.</a:t>
            </a:r>
            <a:endParaRPr lang="en-US" sz="3200" dirty="0"/>
          </a:p>
          <a:p>
            <a:pPr>
              <a:defRPr sz="2200"/>
            </a:pPr>
            <a:endParaRPr sz="3200" dirty="0"/>
          </a:p>
          <a:p>
            <a:pPr>
              <a:defRPr sz="2200"/>
            </a:pPr>
            <a:r>
              <a:rPr sz="3200" dirty="0"/>
              <a:t>• Take urgent action to reduce climate change.</a:t>
            </a:r>
            <a:endParaRPr lang="en-US" sz="3200" dirty="0"/>
          </a:p>
          <a:p>
            <a:pPr>
              <a:defRPr sz="2200"/>
            </a:pPr>
            <a:endParaRPr sz="3200" dirty="0"/>
          </a:p>
          <a:p>
            <a:pPr>
              <a:defRPr sz="2200"/>
            </a:pPr>
            <a:r>
              <a:rPr sz="3200" dirty="0"/>
              <a:t>• Protect people, nature, and future generations.</a:t>
            </a:r>
            <a:endParaRPr lang="en-US" sz="3200" dirty="0"/>
          </a:p>
          <a:p>
            <a:pPr>
              <a:defRPr sz="2200"/>
            </a:pPr>
            <a:endParaRPr sz="3200" dirty="0"/>
          </a:p>
          <a:p>
            <a:pPr>
              <a:defRPr sz="2200"/>
            </a:pPr>
            <a:r>
              <a:rPr sz="3200" dirty="0"/>
              <a:t>• Every action counts.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708F6E-2402-EBE8-B5F2-0473226A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29" y="2084929"/>
            <a:ext cx="4572000" cy="26881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Causes &amp; Global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30132"/>
            <a:ext cx="2811043" cy="27274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Burning fossil fuels</a:t>
            </a:r>
            <a:br>
              <a:rPr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Deforestation</a:t>
            </a:r>
            <a:br>
              <a:rPr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Pollution</a:t>
            </a:r>
            <a:br>
              <a:rPr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Transport emissions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080388"/>
            <a:ext cx="2928045" cy="25622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Rising temperatures</a:t>
            </a:r>
            <a:endParaRPr lang="en-US" dirty="0">
              <a:solidFill>
                <a:schemeClr val="tx1"/>
              </a:solidFill>
            </a:endParaRPr>
          </a:p>
          <a:p>
            <a:pPr algn="ctr">
              <a:defRPr sz="2000"/>
            </a:pP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Floods &amp; droughts</a:t>
            </a:r>
            <a:br>
              <a:rPr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Melting glaciers</a:t>
            </a:r>
            <a:br>
              <a:rPr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>
              <a:defRPr sz="2000"/>
            </a:pPr>
            <a:r>
              <a:rPr dirty="0">
                <a:solidFill>
                  <a:schemeClr val="tx1"/>
                </a:solidFill>
              </a:rPr>
              <a:t>• Biodiversity loss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56BA19-A441-4497-85BB-3D2BE73AB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865" y="1214283"/>
            <a:ext cx="7472516" cy="52061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333418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3200" dirty="0"/>
              <a:t>• AI predicts floods and wildfires.</a:t>
            </a:r>
            <a:endParaRPr lang="en-US" sz="3200" dirty="0"/>
          </a:p>
          <a:p>
            <a:pPr>
              <a:defRPr sz="2200"/>
            </a:pPr>
            <a:endParaRPr sz="3200" dirty="0"/>
          </a:p>
          <a:p>
            <a:pPr>
              <a:defRPr sz="2200"/>
            </a:pPr>
            <a:r>
              <a:rPr sz="3200" dirty="0"/>
              <a:t>• Smart energy management.</a:t>
            </a:r>
            <a:endParaRPr lang="en-IN" sz="3200" dirty="0"/>
          </a:p>
          <a:p>
            <a:pPr>
              <a:defRPr sz="2200"/>
            </a:pPr>
            <a:endParaRPr lang="en-IN" sz="3200" dirty="0"/>
          </a:p>
          <a:p>
            <a:pPr>
              <a:defRPr sz="2200"/>
            </a:pPr>
            <a:r>
              <a:rPr lang="en-IN" sz="3200" dirty="0"/>
              <a:t>• Satellite climate monitoring.</a:t>
            </a:r>
          </a:p>
          <a:p>
            <a:pPr>
              <a:defRPr sz="2200"/>
            </a:pPr>
            <a:endParaRPr lang="en-US" sz="3200" dirty="0"/>
          </a:p>
          <a:p>
            <a:pPr>
              <a:defRPr sz="2200"/>
            </a:pPr>
            <a:r>
              <a:rPr sz="3200" dirty="0"/>
              <a:t>• Precision farming.</a:t>
            </a:r>
          </a:p>
          <a:p>
            <a:pPr>
              <a:defRPr sz="2200"/>
            </a:pPr>
            <a:endParaRPr lang="en-US" sz="3200" dirty="0"/>
          </a:p>
          <a:p>
            <a:pPr>
              <a:defRPr sz="2200"/>
            </a:pPr>
            <a:r>
              <a:rPr sz="3200" dirty="0"/>
              <a:t>• Challenge: AI also uses energy and water.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48345" y="1722366"/>
            <a:ext cx="3200400" cy="3091262"/>
          </a:xfrm>
          <a:prstGeom prst="roundRect">
            <a:avLst/>
          </a:prstGeom>
          <a:solidFill>
            <a:srgbClr val="E6F5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☀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Solar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🌬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Wind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🤖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AI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 Trees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🚲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Green 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Solutions &amp; Our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210855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3200" dirty="0"/>
              <a:t>• Use renewable energy.</a:t>
            </a:r>
            <a:endParaRPr lang="en-US" sz="3200" dirty="0"/>
          </a:p>
          <a:p>
            <a:pPr>
              <a:defRPr sz="2200"/>
            </a:pPr>
            <a:endParaRPr sz="3200" dirty="0"/>
          </a:p>
          <a:p>
            <a:pPr>
              <a:defRPr sz="2200"/>
            </a:pPr>
            <a:r>
              <a:rPr sz="3200" dirty="0"/>
              <a:t>• Plant more trees.</a:t>
            </a:r>
          </a:p>
          <a:p>
            <a:pPr>
              <a:defRPr sz="2200"/>
            </a:pPr>
            <a:endParaRPr lang="en-US" sz="3200" dirty="0"/>
          </a:p>
          <a:p>
            <a:pPr>
              <a:defRPr sz="2200"/>
            </a:pPr>
            <a:r>
              <a:rPr sz="3200" dirty="0"/>
              <a:t>• Reduce plastic waste.</a:t>
            </a:r>
          </a:p>
          <a:p>
            <a:pPr>
              <a:defRPr sz="2200"/>
            </a:pPr>
            <a:endParaRPr lang="en-US" sz="3200" dirty="0"/>
          </a:p>
          <a:p>
            <a:pPr>
              <a:defRPr sz="2200"/>
            </a:pPr>
            <a:r>
              <a:rPr sz="3200" dirty="0"/>
              <a:t>• Use public transport.</a:t>
            </a:r>
          </a:p>
          <a:p>
            <a:pPr>
              <a:defRPr sz="2200"/>
            </a:pPr>
            <a:endParaRPr lang="en-US" sz="3200" dirty="0"/>
          </a:p>
          <a:p>
            <a:pPr>
              <a:defRPr sz="2200"/>
            </a:pPr>
            <a:r>
              <a:rPr sz="3200" dirty="0"/>
              <a:t>• Project: Climate Guardian AI tracks carbon footprint.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44EE6-5335-C1F2-7251-D9377D54C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74" y="1249158"/>
            <a:ext cx="4243951" cy="33130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255</Words>
  <Application>Microsoft Office PowerPoint</Application>
  <PresentationFormat>Custom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Sujal Rakholiya</cp:lastModifiedBy>
  <cp:revision>3</cp:revision>
  <dcterms:created xsi:type="dcterms:W3CDTF">2013-01-27T09:14:16Z</dcterms:created>
  <dcterms:modified xsi:type="dcterms:W3CDTF">2026-07-07T11:37:36Z</dcterms:modified>
  <cp:category/>
</cp:coreProperties>
</file>